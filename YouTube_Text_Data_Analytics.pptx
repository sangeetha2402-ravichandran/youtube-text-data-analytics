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YouTube Text Data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ETL • EDA • Sentiment • Emoji • Engagement Analysis</a:t>
            </a:r>
          </a:p>
          <a:p>
            <a:r>
              <a:t>Using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YouTube generates massive text data</a:t>
            </a:r>
          </a:p>
          <a:p>
            <a:r>
              <a:t>• Analyze comments &amp; engagement</a:t>
            </a:r>
          </a:p>
          <a:p>
            <a:r>
              <a:t>• Convert raw data into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YouTube Comments (CSV)</a:t>
            </a:r>
          </a:p>
          <a:p>
            <a:r>
              <a:t>Data: Text + Metadata</a:t>
            </a:r>
          </a:p>
          <a:p>
            <a:r>
              <a:t>Tools: Python, Pandas, NumPy,</a:t>
            </a:r>
          </a:p>
          <a:p>
            <a:r>
              <a:t>Matplotlib, Seaborn, Plotly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Extract: Load CSV data</a:t>
            </a:r>
          </a:p>
          <a:p>
            <a:r>
              <a:t>Transform: Clean missing &amp; noisy text</a:t>
            </a:r>
          </a:p>
          <a:p>
            <a:r>
              <a:t>Load: Store clean data for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Analyses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Sentiment Analysis</a:t>
            </a:r>
          </a:p>
          <a:p>
            <a:r>
              <a:t>• Word Cloud Analysis</a:t>
            </a:r>
          </a:p>
          <a:p>
            <a:r>
              <a:t>• Emoji Analysis</a:t>
            </a:r>
          </a:p>
          <a:p>
            <a:r>
              <a:t>• Category-wise &amp; Trending Videos</a:t>
            </a:r>
          </a:p>
          <a:p>
            <a:r>
              <a:t>• Views, Likes &amp; Dislikes</a:t>
            </a:r>
          </a:p>
          <a:p>
            <a:r>
              <a:t>• Punctuation vs Views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Cleaning takes most time</a:t>
            </a:r>
          </a:p>
          <a:p>
            <a:r>
              <a:t>• Text needs preprocessing</a:t>
            </a:r>
          </a:p>
          <a:p>
            <a:r>
              <a:t>• Visualization is critical</a:t>
            </a:r>
          </a:p>
          <a:p/>
          <a:p>
            <a:r>
              <a:t>Future:</a:t>
            </a:r>
          </a:p>
          <a:p>
            <a:r>
              <a:t>• Advanced NLP</a:t>
            </a:r>
          </a:p>
          <a:p>
            <a:r>
              <a:t>• Topic Modeling</a:t>
            </a:r>
          </a:p>
          <a:p>
            <a:r>
              <a:t>• Dashboards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